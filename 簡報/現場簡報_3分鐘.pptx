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（5 秒）各位評審好，我們是「有拜有包庇」，作品是智慧香爐。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秒）先講結論：我們讓香繼續燒，但煙不再害人。為什麼要做？台大在龍山寺殿內實測，PM2.5 一度到每立方公尺 1,360 微克，是戶外的 50 倍；印度教加佛教就超過 17 億人的信仰要燒香；環保署每年收到超過 3 千件宮廟空污陳情。香的煙就是 PM2.5、就是致癌物，而且每天都在廟裡累積。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秒）這個問題不是沒人解過。封爐、減香是叫信眾改變信仰，2017 年數萬人因此上凱道；碳中和金爐有效，但要 500 萬，全台九千多座中小廟宇根本負擔不起；清淨機和 IoT 監測，一個管不到爐口、一個只量不治。所以我們的立場只有一句：不禁香、不封爐，讓香爐自己解決自己的問題。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秒）智慧香爐是加裝在既有香爐上的 retrofit 模組——廟方不用換爐。漏斗大口讓插香跟原本一樣順手；煙在爐口就被抓走，經過金屬紗網、HEPA、活性碳三段過濾再排出；整台是參數化 3D 列印，桌上這台就是實機。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秒）它為什麼是機器人、不是電風扇？因為它有完整的感測—決策—致動閉環：感測層量爐口、呼吸高度、進出風口三點；決策層用狀態機加 CO2 前饋——CO2 是人流的先行指標，人潮還沒插香、系統就先增速抽排，把尖峰削掉；機構層執行抽排過濾。每一筆決策都留紀錄、可重演。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決策核心是這台狀態機：待機、常態、高峰、異常四態，門檻相對背景基線、進出分離避免震盪。最上面那條是安全聯鎖：超溫或熱電偶失效，風扇立刻歸零，優先於一切邏輯——斷電時香爐就回到傳統香爐，故障模式天然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秒）這不是概念簡報。原型已經實機上線：Pi 5 加控制器雙板，真實感測資料每一秒進雲端機隊面板，雲端中心站 12 項驗收全過；比賽現場模式也演練過了——手機熱點自動上雲、斷線自動補傳。全案有 29 條自動化設計規則，每次改設計就全部重跑。各位評審現在就可以掃這個 QR code 看機隊即時面板——這頁的一切都能當場驗證。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（15 秒）我們也想講一個刪掉東西的故事。原本投入很多的磁力理香機構，實地檢討後發現跟信眾隨手插香的行為不相容——我們把它整組刪掉；集煙罩原本是縮口，插香要對準，我們改成漏斗大口。設計為使用者行為讓步，而不是要求使用者配合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秒）商業上，同樣做到保留儀式又有效減污的碳中和金爐要 680 萬，我們十年總持有成本約 88 萬，省 87%——這是九千多座中小廟宇第一次負擔得起的方案。商模是設備加年度訂閱：我們的收入跟廟裡的空氣品質綁在一起，空氣越乾淨、續訂越穩，誘因完全對齊。數值為概念階段估算。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（15 秒）本案對應五項 SDGs，每一項都配可量測指標，不做無法驗證的宣稱。下一步三步走：先在一座合作廟宇完成公開數據試點，再經聯誼會口碑擴散，最終把感測決策核心移植到餐飲油煙等更大市場。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（10 秒，放慢）香照燒，神明照拜，煙不見了。健康跟信仰，不用二選一。我們是有拜有包庇，謝謝各位評審。（合十）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045"/>
            <a:ext cx="12191695" cy="51960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709160"/>
            <a:ext cx="12191695" cy="214884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86460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9963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FCFCF"/>
                </a:solidFill>
                <a:latin typeface="微軟正黑體"/>
                <a:ea typeface="微軟正黑體"/>
                <a:cs typeface="微軟正黑體"/>
              </a:rPr>
              <a:t>隊伍：有拜有包庇｜高中職組｜李承鴻・曾翊軒｜指導：倪瑞鴻・高若瑋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OPENING｜結論先行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我們讓香繼續燒，但煙不再害人。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50 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
（龍山寺實測 1,360 μg/m³）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印度教＋佛教信仰人口
道教與民間信仰另計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3,000+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環保署每年宮廟
空污陳情案件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來源：台大公衛實測（公視 2015）、AAQR 2022 同儕審查研究、環保署統計——完整出處見計畫書。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PROBLEM｜為什麼過去都失敗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既有方案：不是傷信仰，就是買不起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5960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6712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封爐・減香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1671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叫人改變信仰 → 2017 年凱道抗爭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16712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儀式被犧牲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17520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1868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碳中和金爐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18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有效，但約 500 萬元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21868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中小廟宇買不起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69079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7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清淨機／IoT 監測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270247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管不到爐口／只量測不治理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270247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治標不治本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349240"/>
            <a:ext cx="10881360" cy="9601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5321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我們的立場：不禁香、不封爐——把治理裝進香爐，而不是把禁令加在信眾身上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SOLUTION｜我們的方案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加裝在既有香爐上的自主治理模組</a:t>
            </a:r>
          </a:p>
        </p:txBody>
      </p:sp>
      <p:pic>
        <p:nvPicPr>
          <p:cNvPr id="5" name="Picture 4" descr="_view_組裝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597408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8288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不換爐的 retrofit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267712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買方是廟方管委會，導入零儀式衝擊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907791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漏斗大口集煙罩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346703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插香跟原本一樣順手；爐口點源捕集，效率遠超全室換氣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986783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三段過濾鏈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25695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金屬紗網（擋火星）→ HEPA → 活性碳，順序即安全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06577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變頻抽排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5504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隨人流與濃度自動調速——省電、低噪、削尖峰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SYSTEM｜三層閉環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偵測 → 行動 → 再偵測，每筆決策可重演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897" y="1600200"/>
            <a:ext cx="7459901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INTELLIGENCE｜決策核心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前饋削峰 ＋ 安全聯鎖優先於一切</a:t>
            </a:r>
          </a:p>
        </p:txBody>
      </p:sp>
      <p:pic>
        <p:nvPicPr>
          <p:cNvPr id="5" name="Picture 4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367" y="1828800"/>
            <a:ext cx="9966960" cy="3986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門檻與實機韌體同步：進高峰＝基線+300ppm・遲滯退場＝基線+200・前饋 θ=120 ppm/min</a:t>
            </a:r>
          </a:p>
          <a:p>
            <a:pPr algn="ctr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悶燒偵測：CO/CO₂ 比＋爐溫特徵 → 60 秒內全速抽排＋告警（設計目標，將實測檢定）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不是簡報做得好，是系統真的在跑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2026-08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原型實機上線
熱點自動上雲・斷線補傳
現場模式演練通過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12 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雲端中心站驗收全過
免帳密公開儀表板 ×3
評審隨時可看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29 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自動化設計規則
機構/電路/韌體/雲端
跨層自檢・改一處全鏈重驗</a:t>
            </a:r>
          </a:p>
        </p:txBody>
      </p:sp>
      <p:pic>
        <p:nvPicPr>
          <p:cNvPr id="14" name="Picture 13" descr="qr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30368"/>
            <a:ext cx="1371600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68880" y="5468112"/>
            <a:ext cx="9052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掃碼即看：機隊即時面板（公開唯讀・免帳密）</a:t>
            </a:r>
          </a:p>
          <a:p>
            <a:pPr algn="l"/>
            <a:r>
              <a:rPr sz="15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程式碼與資料集開放，結論可重現——每一項都能當場驗證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ITERATION｜敢刪，才是工程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兩次關鍵迭代：都是為真實行為讓步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刪掉：磁力理香機構</a:t>
            </a:r>
          </a:p>
          <a:p>
            <a:pPr algn="l"/>
            <a:r>
              <a:rPr sz="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投入數週開發＋專利研議，但與信眾「隨手插進香灰」的真實行為不相容。</a:t>
            </a:r>
          </a:p>
          <a:p>
            <a:pPr algn="l"/>
            <a:r>
              <a:rPr sz="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2026-08 整組移除，資源集中在真正有效的抽排治理。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20240"/>
            <a:ext cx="5349240" cy="39319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改掉：縮口 → 漏斗大口</a:t>
            </a:r>
          </a:p>
          <a:p>
            <a:pPr algn="l"/>
            <a:r>
              <a:rPr sz="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原罩頂縮口 96mm，插香要對準才進得去。</a:t>
            </a:r>
          </a:p>
          <a:p>
            <a:pPr algn="l"/>
            <a:r>
              <a:rPr sz="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外擴成 180mm 向上大口：插香零門檻，倒印列印還免支撐。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設計為使用者行為讓步，而不是要求使用者配合設計。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BUSINESS｜可負擔＋誘因對齊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十年成本只要金爐的 1/8</a:t>
            </a:r>
          </a:p>
        </p:txBody>
      </p:sp>
      <p:pic>
        <p:nvPicPr>
          <p:cNvPr id="5" name="Picture 4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725689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2103120"/>
            <a:ext cx="3657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−87%</a:t>
            </a:r>
          </a:p>
          <a:p>
            <a:pPr algn="l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 TCO vs 碳中和金爐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840480"/>
            <a:ext cx="3657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■ 設備＋年度訂閱制</a:t>
            </a:r>
          </a:p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收入與廟宇空品綁定，誘因完全對齊</a:t>
            </a:r>
          </a:p>
          <a:p>
            <a:pPr algn="l"/>
            <a:r>
              <a:rPr sz="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9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■ TAM 1.2 萬座寺廟</a:t>
            </a:r>
          </a:p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由聯誼會轄下廟宇由下而上試算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IMPACT &amp; NEXT｜影響與路線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</a:t>
            </a:r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6949440" cy="34295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192024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08483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02996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示範試點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245059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一座合作廟宇
公開實測數據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33756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50215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344728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口碑擴散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86791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聯誼會通路
首批付費導入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75488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491947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86460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跨域移植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28523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餐飲油煙・密閉空品
更大市場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香照燒，神明照拜，煙不見了。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健康跟信仰，不用二選一。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AFAFAF"/>
                </a:solidFill>
                <a:latin typeface="微軟正黑體"/>
                <a:ea typeface="微軟正黑體"/>
                <a:cs typeface="微軟正黑體"/>
              </a:rPr>
              <a:t>智慧香爐｜有拜有包庇｜謝謝聆聽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