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（5 秒）各位評審好，我們是「有拜有包庇」，作品是智慧香爐。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（25 秒）先講結論：我們讓香繼續燒，但煙不再害人。為什麼要做？台大在龍山寺殿內實測，PM2.5 一度到每立方公尺 1,360 微克，是戶外的 50 倍；全球 22 億人的信仰都要燒香；環保署每年收到超過 3 千件宮廟空污陳情。香的煙就是 PM2.5、就是致癌物，而且每天都在廟裡累積。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（25 秒）這個問題不是沒人解過。封爐、減香是叫信眾改變信仰，2017 年數萬人因此上凱道；碳中和金爐有效，但要 500 萬，全台九千多座中小廟宇根本負擔不起；清淨機和 IoT 監測，一個管不到爐口、一個只量不治。所以我們的立場只有一句：不禁香、不封爐，讓香爐自己解決自己的問題。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（25 秒）智慧香爐是加裝在既有香爐上的 retrofit 模組——廟方不用換爐。漏斗大口讓插香跟原本一樣順手；煙在爐口就被抓走，經過金屬紗網、HEPA、活性碳三段過濾再排出；整台是參數化 3D 列印，桌上這台就是實機。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（25 秒）它為什麼是機器人、不是電風扇？因為它有完整的感測—決策—致動閉環：感測層量爐口、呼吸高度、進出風口三點；決策層用狀態機加 CO2 前饋——CO2 是人流的先行指標，人潮還沒插香、系統就先增速抽排，把尖峰削掉；機構層執行抽排過濾。每一筆決策都留紀錄、可重演。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（20 秒）決策核心是這台狀態機：待機、常態、高峰、異常四態，門檻相對背景基線、進出分離避免震盪。最上面那條是安全聯鎖：超溫或熱電偶失效，風扇立刻歸零，優先於一切邏輯——斷電時香爐就回到傳統香爐，故障模式天然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（20 秒）這不是概念簡報。原型已經實機上線：Pi 5 加控制器雙板，真實感測資料每一秒進雲端機隊面板；全案有 29 條自動化設計規則，每次改設計就全部重跑；程式碼與資料集全數開放，結論可重現——這頁的一切都可以當場驗證。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（15 秒）我們也想講一個刪掉東西的故事。原本投入很多的磁力理香機構，實地檢討後發現跟信眾隨手插香的行為不相容——我們把它整組刪掉；集煙罩原本是縮口，插香要對準，我們改成漏斗大口。設計為使用者行為讓步，而不是要求使用者配合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（20 秒）商業上，同樣做到保留儀式又有效減污的碳中和金爐要 680 萬，我們十年總持有成本約 88 萬，省 87%——這是九千多座中小廟宇第一次負擔得起的方案。商模是設備加年度訂閱：我們的收入跟廟裡的空氣品質綁在一起，空氣越乾淨、續訂越穩，誘因完全對齊。數值為概念階段估算。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（15 秒）本案對應五項 SDGs，每一項都配可量測指標，不做無法驗證的宣稱。下一步三步走：先在一座合作廟宇完成公開數據試點，再經聯誼會口碑擴散，最終把感測決策核心移植到餐飲油煙等更大市場。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（10 秒，放慢）香照燒，神明照拜，煙不見了。健康跟信仰，不用二選一。我們是有拜有包庇，謝謝各位評審。（合十）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045"/>
            <a:ext cx="12191695" cy="51960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8646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智慧香爐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8756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8C86A"/>
                </a:solidFill>
                <a:latin typeface="微軟正黑體"/>
                <a:ea typeface="微軟正黑體"/>
                <a:cs typeface="微軟正黑體"/>
              </a:rPr>
              <a:t>香火不滅・空氣常青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9963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FCFCF"/>
                </a:solidFill>
                <a:latin typeface="微軟正黑體"/>
                <a:ea typeface="微軟正黑體"/>
                <a:cs typeface="微軟正黑體"/>
              </a:rPr>
              <a:t>隊伍：有拜有包庇｜高中職組｜李承鴻・曾翊軒｜指導：倪瑞鴻・高若瑋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OPENING｜結論先行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我們讓香繼續燒，但煙不再害人。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383280" cy="329184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50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殿內 PM2.5 一度達戶外 50 倍
（龍山寺實測 1,360 μg/m³）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011680"/>
            <a:ext cx="3383280" cy="329184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5146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22 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8862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全球佛道印信仰人口
焚香是共同儀式核心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011680"/>
            <a:ext cx="3383280" cy="329184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5146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3,000+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8862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環保署每年宮廟
空污陳情案件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來源：台大公衛實測（公視 2015）、AAQR 2022 同儕審查研究、環保署統計——完整出處見計畫書。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PROBLEM｜為什麼過去都失敗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既有方案：不是傷信仰，就是買不起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2926080" cy="86868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6712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封爐・減香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16712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叫人改變信仰 → 2017 年凱道抗爭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16712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儀式被犧牲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2926080" cy="86868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碳中和金爐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21868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有效，但約 500 萬元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1868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中小廟宇買不起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69079"/>
            <a:ext cx="2926080" cy="86868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7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清淨機／IoT 監測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270247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管不到爐口／只量測不治理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270247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治標不治本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349240"/>
            <a:ext cx="10881360" cy="96012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我們的立場：不禁香、不封爐——把治理裝進香爐，而不是把禁令加在信眾身上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SOLUTION｜我們的方案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加裝在既有香爐上的自主治理模組</a:t>
            </a:r>
          </a:p>
        </p:txBody>
      </p:sp>
      <p:pic>
        <p:nvPicPr>
          <p:cNvPr id="5" name="Picture 4" descr="_view_組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9740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8288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■ 不換爐的 retrofit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267712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買方是廟方管委會，導入零儀式衝擊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907791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■ 漏斗大口集煙罩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346703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插香跟原本一樣順手；爐口點源捕集，效率遠超全室換氣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986783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■ 三段過濾鏈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25695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金屬紗網（擋火星）→ HEPA → 活性碳，順序即安全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06577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■ 變頻抽排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550468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隨人流與濃度自動調速——省電、低噪、削尖峰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SYSTEM｜三層閉環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偵測 → 行動 → 再偵測，每筆決策可重演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897" y="1600200"/>
            <a:ext cx="745990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INTELLIGENCE｜決策核心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前饋削峰 ＋ 安全聯鎖優先於一切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7" y="1828800"/>
            <a:ext cx="9966960" cy="3986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悶燒偵測：CO/CO₂ 比＋爐溫特徵 → 60 秒內全速抽排＋告警（設計目標，將實測檢定）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TRACTION｜已經在跑的證據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不是簡報做得好，是系統真的在跑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3383280" cy="356616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原型實機上線
Pi 5＋R4 雙板，感測資料每秒入庫雲端面板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011680"/>
            <a:ext cx="3383280" cy="356616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29 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947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自動化設計規則
機構/電路/韌體/雲端跨層自檢，改一處全鏈重驗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011680"/>
            <a:ext cx="3383280" cy="356616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4688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3 級標示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7947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誠實資料分級
實測｜模擬｜設計目標——絕不混用、當場可驗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ITERATION｜敢刪，才是工程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兩次關鍵迭代：都是為真實行為讓步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5349240" cy="393192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刪掉：磁力理香機構</a:t>
            </a:r>
          </a:p>
          <a:p>
            <a:pPr algn="l"/>
            <a:r>
              <a:rPr sz="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/>
            <a:r>
              <a:rPr sz="1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投入數週開發＋專利研議，但與信眾「隨手插進香灰」的真實行為不相容。</a:t>
            </a:r>
          </a:p>
          <a:p>
            <a:pPr algn="l"/>
            <a:r>
              <a:rPr sz="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/>
            <a:r>
              <a:rPr sz="1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→ 2026-08 整組移除，資源集中在真正有效的抽排治理。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920240"/>
            <a:ext cx="5349240" cy="393192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改掉：縮口 → 漏斗大口</a:t>
            </a:r>
          </a:p>
          <a:p>
            <a:pPr algn="l"/>
            <a:r>
              <a:rPr sz="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/>
            <a:r>
              <a:rPr sz="1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原罩頂縮口 96mm，插香要對準才進得去。</a:t>
            </a:r>
          </a:p>
          <a:p>
            <a:pPr algn="l"/>
            <a:r>
              <a:rPr sz="8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/>
            <a:r>
              <a:rPr sz="1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→ 外擴成 180mm 向上大口：插香零門檻，倒印列印還免支撐。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設計為使用者行為讓步，而不是要求使用者配合設計。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BUSINESS｜可負擔＋誘因對齊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十年成本只要金爐的 1/8</a:t>
            </a:r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725689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10312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−87%</a:t>
            </a:r>
          </a:p>
          <a:p>
            <a:pPr algn="l"/>
            <a:r>
              <a:rPr sz="1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十年 TCO vs 碳中和金爐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84048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■ 設備＋年度訂閱制</a:t>
            </a:r>
          </a:p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收入與廟宇空品綁定，誘因完全對齊</a:t>
            </a:r>
          </a:p>
          <a:p>
            <a:pPr algn="l"/>
            <a:r>
              <a:rPr sz="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/>
            <a:r>
              <a:rPr sz="19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■ TAM 1.2 萬座寺廟</a:t>
            </a:r>
          </a:p>
          <a:p>
            <a:pPr algn="l"/>
            <a:r>
              <a:rPr sz="1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SOM 由聯誼會轄下廟宇由下而上試算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IMPACT &amp; NEXT｜影響與路線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每項主張配一個可量測指標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6949440" cy="34295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920240"/>
            <a:ext cx="3931920" cy="118872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84832"/>
            <a:ext cx="640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299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示範試點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45059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一座合作廟宇
公開實測數據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337560"/>
            <a:ext cx="3931920" cy="118872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502152"/>
            <a:ext cx="640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44728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口碑擴散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86791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聯誼會通路
首批付費導入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754880"/>
            <a:ext cx="3931920" cy="118872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919472"/>
            <a:ext cx="640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86460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跨域移植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28523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餐飲油煙・密閉空品
更大市場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香照燒，神明照拜，煙不見了。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E8C86A"/>
                </a:solidFill>
                <a:latin typeface="微軟正黑體"/>
                <a:ea typeface="微軟正黑體"/>
                <a:cs typeface="微軟正黑體"/>
              </a:rPr>
              <a:t>健康跟信仰，不用二選一。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FAFAF"/>
                </a:solidFill>
                <a:latin typeface="微軟正黑體"/>
                <a:ea typeface="微軟正黑體"/>
                <a:cs typeface="微軟正黑體"/>
              </a:rPr>
              <a:t>智慧香爐｜有拜有包庇｜謝謝聆聽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